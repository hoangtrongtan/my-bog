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F5DF-BF39-76EA-8EBD-B7B6459A9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0EE1CF-ECA1-63EE-D4DA-DC48E194E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918A0-2007-01FA-3311-0F7E9B4B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D3AD1-549C-2852-0BDD-38160261B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29C13-8C5E-8DC9-8E3C-408925B34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92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443C-8BB6-9AE9-D99F-481294FDB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19558-9997-1A13-949A-A4E9422D7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6339D-2DF0-C2D1-D27F-677EAE9D3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84AE-3229-2F73-6829-1A768C01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3670E-0778-60BD-A1EA-61B1A5EB7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245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E9E90-DB43-3547-0922-9D53F399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8C5C4-FB41-4B95-F3B2-449556770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EE316-31A0-A3DD-0660-5693FA0FD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165A9-9E7B-44A1-3BBC-64BCDEBA4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00DEA-B527-5AD2-AE47-714A729AC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975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6EDD8-E404-5A7B-401D-54DCE9BDD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ADE2F-2DAE-752E-2172-CA97F59B8A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1EAEC-A179-0944-623F-E6088B36C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5FFF-E1D0-07A4-D3E6-7DD9A666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DA6DF-ABEE-4789-BB71-F3D4679B1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09C8AA-E7EE-95DC-D5FA-E05A41EA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74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535B0-AF18-A699-DAA3-96EA908C1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C38C82-06E5-630B-73ED-E6D6F5F74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2015C9-05F3-3114-AC82-6BE74D3E3F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918C2-C3C4-8512-4FFE-415059F489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EACE1C-B602-AE1B-ABE9-369E8C2EB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7AB95-E574-9BFA-56F8-CECF658F9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424EFB-091E-94AD-C356-EE4AA5167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94CE1C-7181-BAB9-20FA-9DD8BAAE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751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F7F93-D77A-9B33-DFB9-A5DCF5F8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A42648-ACCF-228B-6C3E-D7E41C59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4F7355-D7E0-6E94-B37F-2942813E7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F4C829-5B04-C33E-0A10-95374C7A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130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ECEE09-095F-2D63-A486-1747D579D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BEE71-D033-D2BF-645E-27121073E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517F50-0A31-A956-03C3-1F21DB251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11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4D01-C580-33A4-5E29-2AD5872E4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3D1CB-A05B-29B5-29C2-3A572D855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80FD9-0985-AD83-1E05-D215034A7B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FC6F3-DFF6-BEC2-E913-ADF4A3412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35E77-0A59-7441-11DC-1C0F7C2A8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7C624-F990-D4FA-6475-B6EDAACBE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7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AC308-0B92-A2EC-7007-1E896EF76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8C3C5F-26DB-2B76-C8CE-1E22A69977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14153E-80BF-AE9B-00EB-52F8827A84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DFED48-B7F7-F261-7E7E-5BBE727E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1A081-731E-E318-6E7B-4221DDCA0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8007D-4514-3154-12C3-F43A6C270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832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B1EFC-F3CD-AD39-1DD5-2D8D7DDBB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999FE3-351C-2348-7FEB-063FF1024A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FCA49-05E6-FDA1-6569-0DA207C57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7D59E-CAE2-D353-76A7-9668D4771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6BACE-034E-157B-F97F-36D86A6D5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837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458798-3474-CEA1-D6ED-E4441EA8EA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111AC-3AAE-8083-47C1-72957439D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61CF1-BDAF-39D4-6114-7A9F8CABC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C9407-86BB-1BF0-594D-4F48E20FE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7088A-7262-8176-CA42-7B6C0249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725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E38AD-EB35-D5B0-E38F-B5914D82C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F0B02-627B-AEB5-268A-4D11E9DB8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3B4BB-B42B-E799-C803-2E2588A89C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B3AB9-1788-4567-B026-B03BFA098257}" type="datetimeFigureOut">
              <a:rPr lang="en-US" smtClean="0"/>
              <a:t>24/03/2025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D1657-6C31-5DA0-87BD-84905643E2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FE00A-DE3B-C01E-0AD2-78EFC23F1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3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B2E113-BB8B-A2E3-8C8F-00B8B1881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2539"/>
            <a:ext cx="12192000" cy="623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328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99E3-DB8F-C720-172E-B3C3CE102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004604-61FF-94C1-E503-1378137AD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72" y="0"/>
            <a:ext cx="3167807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D74E34-6081-12F3-BE32-E94132FF8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096" y="0"/>
            <a:ext cx="316780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D1A66E-55DD-1887-AA36-8D705F038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9459" y="0"/>
            <a:ext cx="31678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470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33E38-1AC4-9A68-7241-A18EDB8A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67C91-96E0-43A7-19D8-9B910B4440BC}"/>
              </a:ext>
            </a:extLst>
          </p:cNvPr>
          <p:cNvSpPr txBox="1"/>
          <p:nvPr/>
        </p:nvSpPr>
        <p:spPr>
          <a:xfrm>
            <a:off x="3047223" y="3244334"/>
            <a:ext cx="60975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  <a:br>
              <a:rPr lang="vi-VN" dirty="0"/>
            </a:br>
            <a:r>
              <a:rPr lang="vi-VN" dirty="0"/>
              <a:t>https://www.youtube.com/watch?v=qphme6ULtq0&amp;list=PLjwm_8O3suyOwElnplQ3quKEHsOuHyP9R&amp;index=24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699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17396-3530-3ADF-8A16-D8D3CF9E7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896637-85E6-0374-80B1-92877861C6C3}"/>
              </a:ext>
            </a:extLst>
          </p:cNvPr>
          <p:cNvSpPr txBox="1"/>
          <p:nvPr/>
        </p:nvSpPr>
        <p:spPr>
          <a:xfrm>
            <a:off x="3047223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DBE186-D4FD-9045-62E5-B88AD8B0F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" y="532996"/>
            <a:ext cx="10659963" cy="579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16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AB9CD-11DE-9700-2B65-BBD2BCD68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48D796-17FC-746A-2113-A5F508FC4589}"/>
              </a:ext>
            </a:extLst>
          </p:cNvPr>
          <p:cNvSpPr txBox="1"/>
          <p:nvPr/>
        </p:nvSpPr>
        <p:spPr>
          <a:xfrm>
            <a:off x="3047223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7A1-7B8F-61C4-673A-79F18D6F2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6997" y="1347497"/>
            <a:ext cx="3258005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636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12C0-E69A-A559-A35C-33AA938F5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82F947-136F-836E-722F-296CCF4AD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40" y="0"/>
            <a:ext cx="84341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665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</TotalTime>
  <Words>42</Words>
  <Application>Microsoft Office PowerPoint</Application>
  <PresentationFormat>Widescreen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trong tan</dc:creator>
  <cp:lastModifiedBy>trong tan</cp:lastModifiedBy>
  <cp:revision>11</cp:revision>
  <dcterms:created xsi:type="dcterms:W3CDTF">2025-03-16T16:46:52Z</dcterms:created>
  <dcterms:modified xsi:type="dcterms:W3CDTF">2025-03-24T16:05:57Z</dcterms:modified>
</cp:coreProperties>
</file>