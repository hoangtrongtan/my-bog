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F5DF-BF39-76EA-8EBD-B7B6459A9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EE1CF-ECA1-63EE-D4DA-DC48E194E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18A0-2007-01FA-3311-0F7E9B4B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D3AD1-549C-2852-0BDD-38160261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29C13-8C5E-8DC9-8E3C-408925B3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9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443C-8BB6-9AE9-D99F-481294FD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19558-9997-1A13-949A-A4E9422D7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6339D-2DF0-C2D1-D27F-677EAE9D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84AE-3229-2F73-6829-1A768C01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70E-0778-60BD-A1EA-61B1A5EB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45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9E90-DB43-3547-0922-9D53F399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8C5C4-FB41-4B95-F3B2-449556770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EE316-31A0-A3DD-0660-5693FA0F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165A9-9E7B-44A1-3BBC-64BCDEBA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0DEA-B527-5AD2-AE47-714A729A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7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EDD8-E404-5A7B-401D-54DCE9BD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DE2F-2DAE-752E-2172-CA97F59B8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1EAEC-A179-0944-623F-E6088B36C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5FFF-E1D0-07A4-D3E6-7DD9A666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DA6DF-ABEE-4789-BB71-F3D4679B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9C8AA-E7EE-95DC-D5FA-E05A41EA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7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35B0-AF18-A699-DAA3-96EA908C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38C82-06E5-630B-73ED-E6D6F5F74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015C9-05F3-3114-AC82-6BE74D3E3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918C2-C3C4-8512-4FFE-415059F48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ACE1C-B602-AE1B-ABE9-369E8C2EB7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7AB95-E574-9BFA-56F8-CECF658F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24EFB-091E-94AD-C356-EE4AA516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4CE1C-7181-BAB9-20FA-9DD8BAAE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5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7F93-D77A-9B33-DFB9-A5DCF5F8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A42648-ACCF-228B-6C3E-D7E41C59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F7355-D7E0-6E94-B37F-2942813E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4C829-5B04-C33E-0A10-95374C7A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3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CEE09-095F-2D63-A486-1747D579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BEE71-D033-D2BF-645E-27121073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17F50-0A31-A956-03C3-1F21DB25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4D01-C580-33A4-5E29-2AD5872E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3D1CB-A05B-29B5-29C2-3A572D855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80FD9-0985-AD83-1E05-D215034A7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FC6F3-DFF6-BEC2-E913-ADF4A341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35E77-0A59-7441-11DC-1C0F7C2A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C624-F990-D4FA-6475-B6EDAACB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308-0B92-A2EC-7007-1E896EF7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C3C5F-26DB-2B76-C8CE-1E22A6997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4153E-80BF-AE9B-00EB-52F8827A8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FED48-B7F7-F261-7E7E-5BBE727E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1A081-731E-E318-6E7B-4221DDCA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007D-4514-3154-12C3-F43A6C27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3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1EFC-F3CD-AD39-1DD5-2D8D7DDB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99FE3-351C-2348-7FEB-063FF1024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FCA49-05E6-FDA1-6569-0DA207C5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7D59E-CAE2-D353-76A7-9668D477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BACE-034E-157B-F97F-36D86A6D5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3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58798-3474-CEA1-D6ED-E4441EA8E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111AC-3AAE-8083-47C1-72957439D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61CF1-BDAF-39D4-6114-7A9F8CAB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9407-86BB-1BF0-594D-4F48E20F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7088A-7262-8176-CA42-7B6C0249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2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E38AD-EB35-D5B0-E38F-B5914D82C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F0B02-627B-AEB5-268A-4D11E9DB8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3B4BB-B42B-E799-C803-2E2588A89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B3AB9-1788-4567-B026-B03BFA098257}" type="datetimeFigureOut">
              <a:rPr lang="en-US" smtClean="0"/>
              <a:t>26/04/2025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D1657-6C31-5DA0-87BD-84905643E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E00A-DE3B-C01E-0AD2-78EFC23F1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583E6-6C5A-483E-9C59-1AE28D1A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iverse.io/Praashoo7/thin-sloth-31" TargetMode="External"/><Relationship Id="rId7" Type="http://schemas.openxmlformats.org/officeDocument/2006/relationships/hyperlink" Target="https://uiverse.io/paesjr/splendid-tiger-99" TargetMode="External"/><Relationship Id="rId2" Type="http://schemas.openxmlformats.org/officeDocument/2006/relationships/hyperlink" Target="https://uiverse.io/akshat-patel28/quick-baboon-29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iverse.io/abrahamcalsin/odd-zebra-96" TargetMode="External"/><Relationship Id="rId5" Type="http://schemas.openxmlformats.org/officeDocument/2006/relationships/hyperlink" Target="https://uiverse.io/google_4193/quick-kangaroo-31" TargetMode="External"/><Relationship Id="rId4" Type="http://schemas.openxmlformats.org/officeDocument/2006/relationships/hyperlink" Target="https://uiverse.io/pathikcomp/brave-pig-8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2E113-BB8B-A2E3-8C8F-00B8B188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539"/>
            <a:ext cx="12192000" cy="623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2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F99E3-DB8F-C720-172E-B3C3CE10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04604-61FF-94C1-E503-1378137A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72" y="0"/>
            <a:ext cx="316780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D74E34-6081-12F3-BE32-E94132FF8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096" y="0"/>
            <a:ext cx="316780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1A66E-55DD-1887-AA36-8D705F038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459" y="0"/>
            <a:ext cx="3167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7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E38-1AC4-9A68-7241-A18EDB8A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767C91-96E0-43A7-19D8-9B910B4440BC}"/>
              </a:ext>
            </a:extLst>
          </p:cNvPr>
          <p:cNvSpPr txBox="1"/>
          <p:nvPr/>
        </p:nvSpPr>
        <p:spPr>
          <a:xfrm>
            <a:off x="3047223" y="3244334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https://phanvanhuan.com/</a:t>
            </a:r>
            <a:br>
              <a:rPr lang="vi-VN" dirty="0"/>
            </a:br>
            <a:r>
              <a:rPr lang="vi-VN" dirty="0"/>
              <a:t>https://www.youtube.com/watch?v=qphme6ULtq0&amp;list=PLjwm_8O3suyOwElnplQ3quKEHsOuHyP9R&amp;index=24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69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7396-3530-3ADF-8A16-D8D3CF9E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896637-85E6-0374-80B1-92877861C6C3}"/>
              </a:ext>
            </a:extLst>
          </p:cNvPr>
          <p:cNvSpPr txBox="1"/>
          <p:nvPr/>
        </p:nvSpPr>
        <p:spPr>
          <a:xfrm>
            <a:off x="3047223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https://phanvanhuan.com/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BE186-D4FD-9045-62E5-B88AD8B0F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532996"/>
            <a:ext cx="10659963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1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B9CD-11DE-9700-2B65-BBD2BCD6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48D796-17FC-746A-2113-A5F508FC4589}"/>
              </a:ext>
            </a:extLst>
          </p:cNvPr>
          <p:cNvSpPr txBox="1"/>
          <p:nvPr/>
        </p:nvSpPr>
        <p:spPr>
          <a:xfrm>
            <a:off x="3047223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https://phanvanhuan.com/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EF7A1-7B8F-61C4-673A-79F18D6F2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47497"/>
            <a:ext cx="3258005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3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12C0-E69A-A559-A35C-33AA938F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82F947-136F-836E-722F-296CCF4AD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40" y="0"/>
            <a:ext cx="8434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66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E4AC-3B53-C839-821C-172F2EC1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5F24-AF76-D8E4-8E1C-FD37219D4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1056944"/>
            <a:ext cx="1082191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9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213E-E334-B273-580D-50527D0A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14A511-C09C-5C89-C1FE-107FDD929FAE}"/>
              </a:ext>
            </a:extLst>
          </p:cNvPr>
          <p:cNvSpPr txBox="1"/>
          <p:nvPr/>
        </p:nvSpPr>
        <p:spPr>
          <a:xfrm>
            <a:off x="2295330" y="447756"/>
            <a:ext cx="391885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Trang </a:t>
            </a:r>
            <a:r>
              <a:rPr lang="en-US" dirty="0" err="1"/>
              <a:t>myskills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expan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riêng</a:t>
            </a:r>
            <a:br>
              <a:rPr lang="en-US" dirty="0"/>
            </a:br>
            <a:r>
              <a:rPr lang="en-US" dirty="0"/>
              <a:t>- project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Hover 1 </a:t>
            </a:r>
            <a:r>
              <a:rPr lang="en-US" dirty="0" err="1"/>
              <a:t>thằng</a:t>
            </a:r>
            <a:r>
              <a:rPr lang="en-US" dirty="0"/>
              <a:t> </a:t>
            </a:r>
            <a:r>
              <a:rPr lang="en-US" dirty="0" err="1"/>
              <a:t>mờ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thằng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Hiệu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vuông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project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>
                <a:hlinkClick r:id="rId2"/>
              </a:rPr>
              <a:t>https://uiverse.io/akshat-patel28/quick-baboon-29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3"/>
              </a:rPr>
              <a:t>https://uiverse.io/Praashoo7/thin-sloth-31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4"/>
              </a:rPr>
              <a:t>https://uiverse.io/pathikcomp/brave-pig-89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5"/>
              </a:rPr>
              <a:t>https://uiverse.io/google_4193/quick-kangaroo-31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6"/>
              </a:rPr>
              <a:t>https://uiverse.io/abrahamcalsin/odd-zebra-96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7"/>
              </a:rPr>
              <a:t>https://uiverse.io/paesjr/splendid-tiger-99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https://uiverse.io/abrahamcalsin/odd-zebra-96</a:t>
            </a:r>
            <a:br>
              <a:rPr lang="en-US" dirty="0"/>
            </a:br>
            <a:r>
              <a:rPr lang="en-US" dirty="0"/>
              <a:t>https://uiverse.io/00Kubi/cowardly-eagle-56</a:t>
            </a:r>
          </a:p>
        </p:txBody>
      </p:sp>
    </p:spTree>
    <p:extLst>
      <p:ext uri="{BB962C8B-B14F-4D97-AF65-F5344CB8AC3E}">
        <p14:creationId xmlns:p14="http://schemas.microsoft.com/office/powerpoint/2010/main" val="404044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162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trong tan</dc:creator>
  <cp:lastModifiedBy>trong tan</cp:lastModifiedBy>
  <cp:revision>23</cp:revision>
  <dcterms:created xsi:type="dcterms:W3CDTF">2025-03-16T16:46:52Z</dcterms:created>
  <dcterms:modified xsi:type="dcterms:W3CDTF">2025-04-26T17:16:02Z</dcterms:modified>
</cp:coreProperties>
</file>